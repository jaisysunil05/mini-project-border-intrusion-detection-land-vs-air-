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51D12-AB81-4133-96D9-309331839FA7}" v="36" dt="2026-01-26T11:37:02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F154-D7AE-4117-282D-4B82B8EC2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458" y="224565"/>
            <a:ext cx="10993549" cy="1475013"/>
          </a:xfrm>
        </p:spPr>
        <p:txBody>
          <a:bodyPr/>
          <a:lstStyle/>
          <a:p>
            <a:r>
              <a:rPr lang="en-US" dirty="0"/>
              <a:t>Multi-Sensor Border Threat Detection &amp; Classification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D6B10-AD81-41FA-4B7B-C06F90EB9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1962045"/>
            <a:ext cx="10993546" cy="590321"/>
          </a:xfrm>
        </p:spPr>
        <p:txBody>
          <a:bodyPr/>
          <a:lstStyle/>
          <a:p>
            <a:r>
              <a:rPr lang="en-US" dirty="0"/>
              <a:t>Land and Air Intrusion Detection using Sensor Fusion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41031-84EE-BAD1-243E-454FF72B8A3C}"/>
              </a:ext>
            </a:extLst>
          </p:cNvPr>
          <p:cNvSpPr txBox="1"/>
          <p:nvPr/>
        </p:nvSpPr>
        <p:spPr>
          <a:xfrm>
            <a:off x="6282267" y="407950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Jaisy Sunil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Jacob Thomas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Hridhya Krishna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Abel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Yeshudas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B.Tech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– Electronics &amp; Communication Engineering (S4)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56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075E-EEC3-D673-FDA0-3719ABCF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91AB-5027-478E-C92C-C5C8C7445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Border surveillance is a critical requirement in modern defence systems</a:t>
            </a:r>
          </a:p>
          <a:p>
            <a:r>
              <a:rPr lang="en-IN" dirty="0"/>
              <a:t>Threats can enter through:</a:t>
            </a:r>
          </a:p>
          <a:p>
            <a:pPr lvl="1"/>
            <a:r>
              <a:rPr lang="en-IN" b="1" dirty="0"/>
              <a:t>Land</a:t>
            </a:r>
            <a:r>
              <a:rPr lang="en-IN" dirty="0"/>
              <a:t> (human intruders, vehicles)</a:t>
            </a:r>
          </a:p>
          <a:p>
            <a:pPr lvl="1"/>
            <a:r>
              <a:rPr lang="en-IN" b="1" dirty="0"/>
              <a:t>Air</a:t>
            </a:r>
            <a:r>
              <a:rPr lang="en-IN" dirty="0"/>
              <a:t> (drones, UAVs)</a:t>
            </a:r>
          </a:p>
          <a:p>
            <a:r>
              <a:rPr lang="en-IN" dirty="0"/>
              <a:t>Traditional single-sensor systems:</a:t>
            </a:r>
          </a:p>
          <a:p>
            <a:pPr lvl="1"/>
            <a:r>
              <a:rPr lang="en-IN" dirty="0"/>
              <a:t>Generate false alarms</a:t>
            </a:r>
          </a:p>
          <a:p>
            <a:pPr lvl="1"/>
            <a:r>
              <a:rPr lang="en-IN" dirty="0"/>
              <a:t>Fail to classify the type of intrusion</a:t>
            </a:r>
          </a:p>
          <a:p>
            <a:r>
              <a:rPr lang="en-IN"/>
              <a:t>This project proposes a </a:t>
            </a:r>
            <a:r>
              <a:rPr lang="en-IN" b="1"/>
              <a:t>multi-sensor intelligent detection system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18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7741-83A9-7322-52B2-6C686FEC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0B1519-3B41-BBCF-3514-A048461DF9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intrusion in border areas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Distinguish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land-based and air-based threats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false alarms due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low-cost, scalable, student-level prototype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FAFB8-FF90-1E7D-EDB6-7FAA783A2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122" y="1464157"/>
            <a:ext cx="3019878" cy="189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B3370A-48E8-B674-8B97-C189F521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122" y="3828297"/>
            <a:ext cx="2046211" cy="225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831C-55D5-3928-25FE-EEBFDACD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4030E-D4E8-8534-8447-51A29310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intrusion through </a:t>
            </a:r>
            <a:r>
              <a:rPr lang="en-US" b="1" dirty="0"/>
              <a:t>ground and air</a:t>
            </a:r>
            <a:endParaRPr lang="en-US" dirty="0"/>
          </a:p>
          <a:p>
            <a:r>
              <a:rPr lang="en-US" dirty="0"/>
              <a:t>Classify land intrusion into:</a:t>
            </a:r>
          </a:p>
          <a:p>
            <a:pPr lvl="1"/>
            <a:r>
              <a:rPr lang="en-US" dirty="0"/>
              <a:t>Human movement</a:t>
            </a:r>
          </a:p>
          <a:p>
            <a:pPr lvl="1"/>
            <a:r>
              <a:rPr lang="en-US" dirty="0"/>
              <a:t>Vehicle movement</a:t>
            </a:r>
          </a:p>
          <a:p>
            <a:r>
              <a:rPr lang="en-US" dirty="0"/>
              <a:t>Classify air intrusion into:</a:t>
            </a:r>
          </a:p>
          <a:p>
            <a:pPr lvl="1"/>
            <a:r>
              <a:rPr lang="en-US" dirty="0"/>
              <a:t>Drone</a:t>
            </a:r>
          </a:p>
          <a:p>
            <a:pPr lvl="1"/>
            <a:r>
              <a:rPr lang="en-US" dirty="0"/>
              <a:t>Bird / Safe object</a:t>
            </a:r>
          </a:p>
          <a:p>
            <a:r>
              <a:rPr lang="en-US" dirty="0"/>
              <a:t>Implement </a:t>
            </a:r>
            <a:r>
              <a:rPr lang="en-US" b="1" dirty="0"/>
              <a:t>sensor fusion logic</a:t>
            </a:r>
            <a:endParaRPr lang="en-US" dirty="0"/>
          </a:p>
          <a:p>
            <a:r>
              <a:rPr lang="en-US" dirty="0"/>
              <a:t>Generate </a:t>
            </a:r>
            <a:r>
              <a:rPr lang="en-US" b="1" dirty="0"/>
              <a:t>real-time alerts and threat levels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D1F1D-DB86-1065-1A76-3C1214E68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732" y="1957182"/>
            <a:ext cx="2996031" cy="147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0B97-3B25-2F19-ED3D-EA5C6F3F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57A1F-D451-1F78-7840-9E3518318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proposed system consists of:</a:t>
            </a:r>
          </a:p>
          <a:p>
            <a:pPr lvl="1"/>
            <a:r>
              <a:rPr lang="en-US" dirty="0"/>
              <a:t>Ground vibration sensing unit</a:t>
            </a:r>
          </a:p>
          <a:p>
            <a:pPr lvl="1"/>
            <a:r>
              <a:rPr lang="en-US" dirty="0"/>
              <a:t>Acoustic sensing unit</a:t>
            </a:r>
          </a:p>
          <a:p>
            <a:pPr lvl="1"/>
            <a:r>
              <a:rPr lang="en-US" dirty="0"/>
              <a:t>Passive RF sensing unit</a:t>
            </a:r>
          </a:p>
          <a:p>
            <a:pPr lvl="1"/>
            <a:r>
              <a:rPr lang="en-US" dirty="0"/>
              <a:t>Embedded controller (Arduino / ESP32)</a:t>
            </a:r>
          </a:p>
          <a:p>
            <a:pPr lvl="1"/>
            <a:r>
              <a:rPr lang="en-US" dirty="0"/>
              <a:t>Display and alert unit</a:t>
            </a:r>
          </a:p>
          <a:p>
            <a:pPr marL="0" indent="0">
              <a:buNone/>
            </a:pPr>
            <a:r>
              <a:rPr lang="en-US" dirty="0"/>
              <a:t>The system functions as a </a:t>
            </a:r>
            <a:r>
              <a:rPr lang="en-US" b="1" dirty="0"/>
              <a:t>border surveillance node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51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541F-DBFC-56F4-3447-48986D1C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95E2-968F-3F9D-A88E-55BC4A680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Evide</a:t>
            </a:r>
            <a:r>
              <a:rPr lang="en-IN" dirty="0"/>
              <a:t> block diagram </a:t>
            </a:r>
            <a:r>
              <a:rPr lang="en-IN" dirty="0" err="1"/>
              <a:t>venam</a:t>
            </a:r>
            <a:r>
              <a:rPr lang="en-IN" dirty="0"/>
              <a:t>…..</a:t>
            </a:r>
            <a:r>
              <a:rPr lang="en-IN" dirty="0" err="1"/>
              <a:t>ath</a:t>
            </a:r>
            <a:r>
              <a:rPr lang="en-IN" dirty="0"/>
              <a:t> </a:t>
            </a:r>
            <a:r>
              <a:rPr lang="en-IN" dirty="0" err="1"/>
              <a:t>varakanam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8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F38B-6230-2433-1A29-9F90AD20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Vibration Sensor (Land Detection)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4C303-EBA0-46E0-E97D-96D75698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Detects mechanical vibrations on the ground</a:t>
            </a:r>
          </a:p>
          <a:p>
            <a:r>
              <a:rPr lang="en-IN" dirty="0"/>
              <a:t>Used to identify land-based intrusions</a:t>
            </a:r>
          </a:p>
          <a:p>
            <a:r>
              <a:rPr lang="en-IN" b="1" dirty="0"/>
              <a:t>Classification logic:</a:t>
            </a:r>
            <a:endParaRPr lang="en-IN" dirty="0"/>
          </a:p>
          <a:p>
            <a:pPr lvl="1"/>
            <a:r>
              <a:rPr lang="en-IN" dirty="0"/>
              <a:t>Low-amplitude periodic vibrations → </a:t>
            </a:r>
            <a:r>
              <a:rPr lang="en-IN" b="1" dirty="0"/>
              <a:t>Human footsteps</a:t>
            </a:r>
            <a:endParaRPr lang="en-IN" dirty="0"/>
          </a:p>
          <a:p>
            <a:pPr lvl="1"/>
            <a:r>
              <a:rPr lang="en-IN" dirty="0"/>
              <a:t>High-amplitude continuous vibrations → </a:t>
            </a:r>
            <a:r>
              <a:rPr lang="en-IN" b="1" dirty="0"/>
              <a:t>Vehicle movement</a:t>
            </a:r>
            <a:endParaRPr lang="en-IN" dirty="0"/>
          </a:p>
          <a:p>
            <a:r>
              <a:rPr lang="en-IN" b="1" dirty="0"/>
              <a:t>Output:</a:t>
            </a:r>
            <a:endParaRPr lang="en-IN" dirty="0"/>
          </a:p>
          <a:p>
            <a:pPr lvl="1"/>
            <a:r>
              <a:rPr lang="en-IN" dirty="0"/>
              <a:t>LAND: HUMAN</a:t>
            </a:r>
          </a:p>
          <a:p>
            <a:pPr lvl="1"/>
            <a:r>
              <a:rPr lang="en-IN" dirty="0"/>
              <a:t>LAND: VEHICLE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884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8118-9784-E893-6683-3EE6C68C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Acoustic Sensor (Drone vs Bird Detection)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27AA2-E154-B82A-780C-8F44E81BF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a microphone to monitor sound patterns</a:t>
            </a:r>
          </a:p>
          <a:p>
            <a:r>
              <a:rPr lang="en-IN" dirty="0"/>
              <a:t>Drones generate </a:t>
            </a:r>
            <a:r>
              <a:rPr lang="en-IN" b="1" dirty="0"/>
              <a:t>steady buzzing sounds</a:t>
            </a:r>
            <a:endParaRPr lang="en-IN" dirty="0"/>
          </a:p>
          <a:p>
            <a:r>
              <a:rPr lang="en-IN" dirty="0"/>
              <a:t>Birds produce </a:t>
            </a:r>
            <a:r>
              <a:rPr lang="en-IN" b="1" dirty="0"/>
              <a:t>irregular, short-duration chirps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Sound-based classification:</a:t>
            </a:r>
            <a:endParaRPr lang="en-IN" dirty="0"/>
          </a:p>
          <a:p>
            <a:pPr lvl="1"/>
            <a:r>
              <a:rPr lang="en-IN" dirty="0"/>
              <a:t>Continuous stable sound → Drone-like</a:t>
            </a:r>
          </a:p>
          <a:p>
            <a:pPr lvl="1"/>
            <a:r>
              <a:rPr lang="en-IN" dirty="0"/>
              <a:t>Random peaks → Bird / noise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927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BF57-9C5B-6AA6-8BE1-74F5DB10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Passive RF Detection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ED7A-1CD3-9E84-FBDE-385FB3BF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Monitors wireless signal activity in the surrounding area</a:t>
            </a:r>
          </a:p>
          <a:p>
            <a:r>
              <a:rPr lang="en-US" dirty="0"/>
              <a:t>Drones rely on RF communication with controllers</a:t>
            </a:r>
          </a:p>
          <a:p>
            <a:r>
              <a:rPr lang="en-US" dirty="0"/>
              <a:t>High RF activity indicates:</a:t>
            </a:r>
          </a:p>
          <a:p>
            <a:pPr lvl="1"/>
            <a:r>
              <a:rPr lang="en-US" dirty="0"/>
              <a:t>Possible drone control signals</a:t>
            </a:r>
          </a:p>
          <a:p>
            <a:pPr lvl="1"/>
            <a:r>
              <a:rPr lang="en-US" dirty="0"/>
              <a:t>Suspicious air activity</a:t>
            </a:r>
          </a:p>
          <a:p>
            <a:r>
              <a:rPr lang="en-US" b="1" dirty="0"/>
              <a:t>Advantage:</a:t>
            </a:r>
            <a:endParaRPr lang="en-US" dirty="0"/>
          </a:p>
          <a:p>
            <a:r>
              <a:rPr lang="en-US" dirty="0"/>
              <a:t>Passive detection</a:t>
            </a:r>
          </a:p>
          <a:p>
            <a:r>
              <a:rPr lang="en-US" dirty="0"/>
              <a:t>No signal transmission (stealthy)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78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4750-C095-D558-7717-CA138AE8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Controller Unit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5275CB0-D0DB-AFBA-F77C-EC894ECD01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implemented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or ESP32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based on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of the controller: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data acquisition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fusion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20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6A8F-29F2-3ED3-A01A-5B2B7242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Sensor Fusion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3492-B325-86DF-2B22-8A527FF47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Individual sensors may generate false alarms</a:t>
            </a:r>
          </a:p>
          <a:p>
            <a:r>
              <a:rPr lang="en-IN" dirty="0"/>
              <a:t>Combining multiple sensors improves accuracy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Example:</a:t>
            </a:r>
            <a:endParaRPr lang="en-IN" dirty="0"/>
          </a:p>
          <a:p>
            <a:pPr lvl="1"/>
            <a:r>
              <a:rPr lang="en-IN" dirty="0"/>
              <a:t>RF activity + drone-like sound → Drone confirmed</a:t>
            </a:r>
          </a:p>
          <a:p>
            <a:pPr lvl="1"/>
            <a:r>
              <a:rPr lang="en-IN" dirty="0"/>
              <a:t>Sound only → Possible threat</a:t>
            </a:r>
          </a:p>
          <a:p>
            <a:pPr lvl="1"/>
            <a:r>
              <a:rPr lang="en-IN" dirty="0"/>
              <a:t>No RF + bird sound → Safe zone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53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2BCB-C0AF-05EA-5441-37B60620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23C50-A172-5FF5-4CC2-E22C8DB60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Check ground vibration sensor</a:t>
            </a:r>
          </a:p>
          <a:p>
            <a:r>
              <a:rPr lang="en-US" dirty="0"/>
              <a:t>Step 2: Check acoustic sensor</a:t>
            </a:r>
          </a:p>
          <a:p>
            <a:r>
              <a:rPr lang="en-US" dirty="0"/>
              <a:t>Step 3: Check RF activity</a:t>
            </a:r>
          </a:p>
          <a:p>
            <a:r>
              <a:rPr lang="en-US" dirty="0"/>
              <a:t>Step 4: Apply classification rules</a:t>
            </a:r>
          </a:p>
          <a:p>
            <a:r>
              <a:rPr lang="en-US" dirty="0"/>
              <a:t>Step 5: Display threat type and alert level</a:t>
            </a:r>
          </a:p>
          <a:p>
            <a:r>
              <a:rPr lang="en-US" dirty="0"/>
              <a:t>This rule-based logic simulates </a:t>
            </a:r>
            <a:r>
              <a:rPr lang="en-US" b="1" dirty="0" err="1"/>
              <a:t>defence</a:t>
            </a:r>
            <a:r>
              <a:rPr lang="en-US" b="1" dirty="0"/>
              <a:t> decision systems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93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719A-C0E2-9645-55E6-13F90F48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Threat Level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93F45-C974-9425-2543-E24F9B138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Low Threat (Green):</a:t>
            </a:r>
            <a:endParaRPr lang="en-US" dirty="0"/>
          </a:p>
          <a:p>
            <a:pPr lvl="1"/>
            <a:r>
              <a:rPr lang="en-US" dirty="0"/>
              <a:t>Bird noise</a:t>
            </a:r>
          </a:p>
          <a:p>
            <a:pPr lvl="1"/>
            <a:r>
              <a:rPr lang="en-US" dirty="0"/>
              <a:t>No RF activity</a:t>
            </a:r>
          </a:p>
          <a:p>
            <a:r>
              <a:rPr lang="en-US" b="1" dirty="0"/>
              <a:t>Medium Threat (Yellow):</a:t>
            </a:r>
            <a:endParaRPr lang="en-US" dirty="0"/>
          </a:p>
          <a:p>
            <a:pPr lvl="1"/>
            <a:r>
              <a:rPr lang="en-US" dirty="0"/>
              <a:t>Single sensor trigger</a:t>
            </a:r>
          </a:p>
          <a:p>
            <a:r>
              <a:rPr lang="en-US" b="1" dirty="0"/>
              <a:t>High Threat (Red):</a:t>
            </a:r>
            <a:endParaRPr lang="en-US" dirty="0"/>
          </a:p>
          <a:p>
            <a:pPr lvl="1"/>
            <a:r>
              <a:rPr lang="en-US" dirty="0"/>
              <a:t>Confirmed drone</a:t>
            </a:r>
          </a:p>
          <a:p>
            <a:pPr lvl="1"/>
            <a:r>
              <a:rPr lang="en-US" dirty="0"/>
              <a:t>Vehicle movement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777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4000-E9B2-399A-ABA0-45A3A7B2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Output and Alert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DB0CDF-C8EC-EDA2-8B42-A057247DF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LCD Display: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ZONE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LAND: HUMAN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LAND: VEHICLE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AIR: DRONE CONFIRMED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 Indicators: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 → Safe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Yellow → Warning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→ Danger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audible alert</a:t>
            </a:r>
          </a:p>
        </p:txBody>
      </p:sp>
    </p:spTree>
    <p:extLst>
      <p:ext uri="{BB962C8B-B14F-4D97-AF65-F5344CB8AC3E}">
        <p14:creationId xmlns:p14="http://schemas.microsoft.com/office/powerpoint/2010/main" val="212451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43D4A-8438-75C7-2E91-0BCB2FE3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 Model Design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A898-0869-A0F1-3B4C-165E7C53B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Ground section contains vibration sensor</a:t>
            </a:r>
          </a:p>
          <a:p>
            <a:r>
              <a:rPr lang="en-US" dirty="0"/>
              <a:t>Elevated tower contains acoustic and RF sensors</a:t>
            </a:r>
          </a:p>
          <a:p>
            <a:r>
              <a:rPr lang="en-US" dirty="0"/>
              <a:t>Control unit contains controller, LCD, and alerts</a:t>
            </a:r>
          </a:p>
          <a:p>
            <a:r>
              <a:rPr lang="en-US" dirty="0"/>
              <a:t>Designed to resemble a </a:t>
            </a:r>
            <a:r>
              <a:rPr lang="en-US" b="1" dirty="0"/>
              <a:t>border surveillance post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36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275D-6017-5E48-EB97-5A03680D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EBA192-6C83-D19B-E7B5-B27B61E446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 and compact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false alarms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 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Operates in low visibility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Defence-oriented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06844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137B-F6CA-0FFD-13DA-496C2290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9A7E-7D31-E343-3F6D-C327981D5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Limited detection range</a:t>
            </a:r>
          </a:p>
          <a:p>
            <a:r>
              <a:rPr lang="en-US" dirty="0"/>
              <a:t>Basic sound classification</a:t>
            </a:r>
          </a:p>
          <a:p>
            <a:r>
              <a:rPr lang="en-US" dirty="0"/>
              <a:t>Environmental noise may affect accuracy</a:t>
            </a:r>
          </a:p>
          <a:p>
            <a:r>
              <a:rPr lang="en-US" dirty="0"/>
              <a:t>Prototype-level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908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FF5A-8169-3510-BBA9-94A311BA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DFA-1185-43EE-D145-EFD01AE75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AI-based sound and vibration analysis</a:t>
            </a:r>
          </a:p>
          <a:p>
            <a:r>
              <a:rPr lang="en-US" dirty="0"/>
              <a:t>Long-range communication (LoRa / GSM)</a:t>
            </a:r>
          </a:p>
          <a:p>
            <a:r>
              <a:rPr lang="en-US" dirty="0"/>
              <a:t>Thermal detection for camouflaged intruders</a:t>
            </a:r>
          </a:p>
          <a:p>
            <a:r>
              <a:rPr lang="en-US" dirty="0"/>
              <a:t>Direction-based threat detection</a:t>
            </a:r>
          </a:p>
          <a:p>
            <a:r>
              <a:rPr lang="en-US" dirty="0"/>
              <a:t>Centralized monitoring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238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BEA4-8D6E-701E-025D-B03AC8D3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C1A37C-D6A8-3416-C0EA-80377FEDBA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Multi-sensor approach improves intrusion detection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fusion enables intelligent threat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prototype demonstrates a realistic defence surveillance concept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further research and real-world expansion</a:t>
            </a:r>
          </a:p>
        </p:txBody>
      </p:sp>
    </p:spTree>
    <p:extLst>
      <p:ext uri="{BB962C8B-B14F-4D97-AF65-F5344CB8AC3E}">
        <p14:creationId xmlns:p14="http://schemas.microsoft.com/office/powerpoint/2010/main" val="3243089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5366-F5A6-BAB3-A167-11F133BC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THANKYOU PAGE</a:t>
            </a:r>
            <a:br>
              <a:rPr lang="en-IN" dirty="0"/>
            </a:b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2AC07-5F39-7791-C165-DB203E9A5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0570" y="590848"/>
            <a:ext cx="11290859" cy="3557252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E82C9-CFC3-234A-BCE6-1D6FBA79C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44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{372402AA-9AC2-4E38-8D3F-18A0A198DEC6}TF319cfb39-eeba-4af5-a5a2-03d53d0375160e3309b2-0adf682d390f</Template>
  <TotalTime>47</TotalTime>
  <Words>626</Words>
  <Application>Microsoft Office PowerPoint</Application>
  <PresentationFormat>Widescreen</PresentationFormat>
  <Paragraphs>144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Gill Sans MT</vt:lpstr>
      <vt:lpstr>Wingdings 2</vt:lpstr>
      <vt:lpstr>Dividend</vt:lpstr>
      <vt:lpstr>Multi-Sensor Border Threat Detection &amp; Classification System</vt:lpstr>
      <vt:lpstr>INTRODUCTION</vt:lpstr>
      <vt:lpstr>Problem Statement</vt:lpstr>
      <vt:lpstr>Objectives</vt:lpstr>
      <vt:lpstr>System Overview</vt:lpstr>
      <vt:lpstr>Block Diagram</vt:lpstr>
      <vt:lpstr>Ground Vibration Sensor (Land Detection)</vt:lpstr>
      <vt:lpstr>Acoustic Sensor (Drone vs Bird Detection)</vt:lpstr>
      <vt:lpstr>Passive RF Detection Unit</vt:lpstr>
      <vt:lpstr>Embedded Controller Unit</vt:lpstr>
      <vt:lpstr>Sensor Fusion Concept</vt:lpstr>
      <vt:lpstr>Decision Logic</vt:lpstr>
      <vt:lpstr>Threat Level Classification</vt:lpstr>
      <vt:lpstr>Output and Alert System </vt:lpstr>
      <vt:lpstr>Prototype Model Design </vt:lpstr>
      <vt:lpstr>Advantages of the System</vt:lpstr>
      <vt:lpstr>Limitations</vt:lpstr>
      <vt:lpstr>Future Scope</vt:lpstr>
      <vt:lpstr>Conclusion</vt:lpstr>
      <vt:lpstr>THANKYOU PAGE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jaisy sunil</dc:creator>
  <cp:lastModifiedBy>jaisy sunil</cp:lastModifiedBy>
  <cp:revision>2</cp:revision>
  <dcterms:created xsi:type="dcterms:W3CDTF">2026-01-25T14:16:01Z</dcterms:created>
  <dcterms:modified xsi:type="dcterms:W3CDTF">2026-01-26T11:39:04Z</dcterms:modified>
</cp:coreProperties>
</file>